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1277295" cy="508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AI辅助网络基础设施软件研发洞察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DFF"/>
                </a:solidFill>
                <a:latin typeface="Microsoft YaHei"/>
              </a:defRPr>
            </a:pPr>
            <a:r>
              <a:t>平台化架构 × 形式化验证 × AI代码生成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6E"/>
                </a:solidFill>
                <a:latin typeface="Microsoft YaHei"/>
              </a:defRPr>
            </a:pPr>
            <a:r>
              <a:t>2026-03-31  |  David 硬核学习计划  |  AI软件平台洞察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📋  背景与核心判断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💰  平台化研发的核心收益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3580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🛠️  AI代码生成技术栈全景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5876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🔬  开源项目的平台化改造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8172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⚠️  挑战与风险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5046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🚀  行动建议与路线图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技术汇报 · 2026-03-31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01  背景与核心判断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网络基础设施软件三层架构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网卡/DPU：DPDK、io网卡驱动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网络协议栈：TCP/IP、QUIC、自研协议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操作系统内核：Linux网络栈、eBPF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虚拟化：vSwitch、OVS、Hypervisor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可编程网络层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2024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网关/代理：Envoy、Istio、HAProxy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65176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负载均衡：Envoy、L4/L7 LB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8328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服务网格：Istio、Linkerd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11480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流量治理：灰度发布、流量镜像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应用编排层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🔑  AI将改变网络基础设施软件的架构设计方式，从规则驱动转向AI辅助生成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🔑  形式化验证是保障安全网络安全的关键手段，但成本极高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3580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🔑  平台化战略是研发团队的核心杠杆，可将单个项目投入压降至1/3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5876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🔑  数据飞轮效应：训练数据 → 模型优化 → 架构建议 → 训练数据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技术汇报 · 2026-03-31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02  平台化研发的核心收益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平台化战略收益矩阵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传统模式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平台化模式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收益提升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需求分析 → 方案设计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3–4周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1周（AI辅助）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3–4×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编码（自研协议/网关）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6–8人月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1–2人月（代码生成）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4–6×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代码评审与安全审计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1–2人月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3–5天（AI自动化）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4×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测试用例生成与执行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4–6周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1–2周（AI生成）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3×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文档编写与维护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持续性负担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AI自动同步更新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5×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Bug定位与修复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平均4–16小时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AI辅助30分钟内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↑ 8–16×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数据来源：内部估算 + 行业案例参考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03  AI代码生成技术栈全景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AI代码生成技术栈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核心技术栈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eBPF：XDP高速数据平面、tc流量控制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DPDK：用户态网卡、轮询驱动、大页内存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OpenStack Neutron：网络抽象层、ML2插件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Kubernetes CNI：网络插件标准化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服务网格：Sidecar代理、Envoy数据平面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AI辅助工具链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代码生成：Copilot、Cursor（GPT-4）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代码审查：CodeRabbit AI（PR评审）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架构设计：Claude/GPT-4（架构咨询）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测试生成：Diffblue（Java）、Tabnine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4632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代码重构：AI辅助模式识别与迁移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技术汇报 · 2026-03-31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04  开源项目的平台化改造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Envoy Proxy 平台化改造要点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🔧  L4过滤器链：TCP代理 → 协议检测 → 流量治理统一框架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🔧  Ratelimit服务：分布式限速 → Redis+本地双重限速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3580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🔧  健康检查：主动/被动统一配置，主动支持HTTP/gRPC/RPC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5876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🔧  热更新机制：xDS API动态配置，零中断更新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8172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🔧  可观测性：AccessLog → StatsD → OpenTelemetry全链路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来源：Envoy官方文档 + Lyft生产实践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DPDK 网络数据面架构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📦  轮询模式驱动（PMD）：无中断，零拷贝数据包处理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📦  大页内存（Hugepages）：减少TLB miss，提升吞吐量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3580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📦  多核调度：RSS（接收端扩展）、流分类负载均衡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5876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📦  DPDK Mempool：对象池化，内存预分配，零malloc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8172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📦  软件交换机：OvS-DPDK，100Gbps级虚拟网络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来源：DPDK官方文档 + Intel DPDK最佳实践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Istio 服务网格架构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🌐  Control Plane：Pilot下发xDS配置，MCP协议传输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1284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🌐  Data Plane：Envoy Sidecar透明拦截，流量劫持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3580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🌐  安全：mTLS双向认证，SPIFFE身份标识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5876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🌐  流量管理：VirtualService → DestinationRule →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81728"/>
            <a:ext cx="164592" cy="16459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A1A2A"/>
                </a:solidFill>
                <a:latin typeface="Microsoft YaHei"/>
              </a:defRPr>
            </a:pPr>
            <a:r>
              <a:t>🌐  遥测：Mixer → Prometheus/StatsD，指标/日志/追踪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来源：Istio官方架构文档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05  挑战与风险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主要挑战与应对策略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技术挑战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AI生成代码的正确性验证成本高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形式化验证Z3/Coq门槛陡峭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8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跨平台兼容性（ARM/x86/国产化）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11480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性能基准测试的工程复杂度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846320"/>
            <a:ext cx="128016" cy="1280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状态机/数据结构的AI可读性不足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8F"/>
                </a:solidFill>
                <a:latin typeface="Microsoft YaHei"/>
              </a:defRPr>
            </a:pPr>
            <a:r>
              <a:t>组织挑战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平台团队与业务团队的分工边界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65176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AI工具链的合规审查（代码许可证）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9184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安全漏洞的AI误判（假阳性）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2336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AI生成代码的知识产权归属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846320"/>
            <a:ext cx="128016" cy="12801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754880"/>
            <a:ext cx="5303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1A2A"/>
                </a:solidFill>
                <a:latin typeface="Microsoft YaHei"/>
              </a:defRPr>
            </a:pPr>
            <a:r>
              <a:t>测试覆盖率的度量标准缺失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技术汇报 · 2026-03-31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06  行动建议与路线图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三阶段演进路线图（2026 Q2 – Q4）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关键里程碑</a:t>
                      </a:r>
                    </a:p>
                  </a:txBody>
                  <a:tcPr>
                    <a:solidFill>
                      <a:srgbClr val="1E3A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基础建设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平台骨架 + AI工具链集成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Copilot部署、代码库RAG索引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能力深化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平台化模块沉淀 + 验证自动化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eBPF/DPDK模块标准化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生态建设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数据飞轮 + 行业开源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A"/>
                          </a:solidFill>
                          <a:latin typeface="Microsoft YaHei"/>
                        </a:defRPr>
                      </a:pPr>
                      <a:r>
                        <a:t>内部知识库 → 开源贡献</a:t>
                      </a:r>
                    </a:p>
                  </a:txBody>
                  <a:tcPr>
                    <a:solidFill>
                      <a:srgbClr val="E8ED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6E"/>
                </a:solidFill>
                <a:latin typeface="Microsoft YaHei"/>
              </a:defRPr>
            </a:pPr>
            <a:r>
              <a:t>面向2030：AI-Native网络软件平台愿景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926080"/>
            <a:ext cx="11277295" cy="50800"/>
          </a:xfrm>
          <a:prstGeom prst="rect">
            <a:avLst/>
          </a:prstGeom>
          <a:solidFill>
            <a:srgbClr val="007A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DFF"/>
                </a:solidFill>
                <a:latin typeface="Microsoft YaHei"/>
              </a:defRPr>
            </a:pPr>
            <a:r>
              <a:t>欢迎交流与协作 · David · 2026-03-31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6E"/>
                </a:solidFill>
                <a:latin typeface="Microsoft YaHei"/>
              </a:defRPr>
            </a:pPr>
            <a:r>
              <a:t>2026-03-31  |  David 硬核学习计划  |  AI软件平台洞察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